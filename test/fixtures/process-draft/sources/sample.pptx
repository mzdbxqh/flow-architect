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1" r:id="rId1"/>
  </p:sldMasterIdLst>
  <p:sldIdLst>
    <p:sldId xmlns:r="http://schemas.openxmlformats.org/officeDocument/2006/relationships" id="256" r:id="rId2"/>
    <p:sldId xmlns:r="http://schemas.openxmlformats.org/officeDocument/2006/relationships" id="257" r:id="rId3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</Relationships>
</file>

<file path=ppt/slideMasters/_rels/slideMaster1.xml.rels><?xml version="1.0" encoding="UTF-8" standalone="yes"?>
<Relationships xmlns="http://schemas.openxmlformats.org/package/2006/relationships">
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/>
    </p:spTree>
  </p:cSld>
</p:sldMaster>
</file>

<file path=ppt/slides/_rels/slide1.xml.rels><?xml version="1.0" encoding="UTF-8" standalone="yes"?>
<Relationships xmlns="http://schemas.openxmlformats.org/package/2006/relationships">
</Relationships>
</file>

<file path=ppt/slides/_rels/slide2.xml.rels><?xml version="1.0" encoding="UTF-8" standalone="yes"?>
<Relationships xmlns="http://schemas.openxmlformats.org/package/2006/relationships">
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采购管理制度</a:t>
            </a:r>
          </a:p>
          <a:p>
            <a:r>
              <a:t>本制度适用于公司所有采购活动，包括物资采购、服务采购和工程采购。所有采购活动必须遵循公开、公平、公正的原则。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第二章 采购申请</a:t>
            </a:r>
          </a:p>
          <a:p>
            <a:r>
              <a:t>采购申请人填写《采购申请单》，注明采购物品名称、规格、数量、预算金额和交货时间。申请单经部门经理审核签字后，提交采购部。</a:t>
            </a:r>
          </a:p>
          <a:p>
            <a:r>
              <a:t>第三章 审批流程</a:t>
            </a:r>
          </a:p>
          <a:p>
            <a:r>
              <a:t>金额5000元以下由部门经理审批；5000至50000元由分管副总审批；50000元以上由总经理审批。紧急采购可先口头审批，后补书面手续。</a:t>
            </a:r>
          </a:p>
        </p:txBody>
      </p:sp>
    </p:spTree>
  </p:cSld>
</p:sld>
</file>